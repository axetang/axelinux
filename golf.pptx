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305" r:id="rId3"/>
    <p:sldId id="265" r:id="rId4"/>
    <p:sldId id="306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148A1-2B7E-42CD-9FA3-529890E1B7E7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3B91B-A1AA-44B5-8B11-1E2A637C0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98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A25266-49BC-4777-9B7E-622EEDAC698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7462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24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6277D-306C-4239-958A-60B328277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086922"/>
            <a:ext cx="9448800" cy="1825096"/>
          </a:xfrm>
        </p:spPr>
        <p:txBody>
          <a:bodyPr/>
          <a:lstStyle/>
          <a:p>
            <a:r>
              <a:rPr lang="en-US" altLang="zh-CN" dirty="0">
                <a:latin typeface="Britannic Bold" panose="020B0903060703020204" pitchFamily="34" charset="0"/>
              </a:rPr>
              <a:t>Linux Course FOR lUCAS</a:t>
            </a:r>
            <a:endParaRPr lang="zh-CN" altLang="en-US" dirty="0">
              <a:latin typeface="Britannic Bold" panose="020B0903060703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E9B7DA-0F99-429D-8E92-00F486F0D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915718"/>
            <a:ext cx="9448800" cy="685800"/>
          </a:xfrm>
        </p:spPr>
        <p:txBody>
          <a:bodyPr/>
          <a:lstStyle/>
          <a:p>
            <a:r>
              <a:rPr lang="en-US" altLang="zh-CN" dirty="0"/>
              <a:t>April 10, 2019, By Axe Tang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42CD30-0D17-4D98-813B-231F088DAF0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238750" y="1161056"/>
            <a:ext cx="2183761" cy="2620642"/>
          </a:xfrm>
          <a:prstGeom prst="rect">
            <a:avLst/>
          </a:prstGeom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30F794-AAEC-4D69-AD6E-5C2CAF4D46D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518331" y="1379497"/>
            <a:ext cx="2183760" cy="2183760"/>
          </a:xfrm>
          <a:prstGeom prst="rect">
            <a:avLst/>
          </a:prstGeom>
          <a:ln>
            <a:noFill/>
          </a:ln>
        </p:spPr>
      </p:pic>
      <p:pic>
        <p:nvPicPr>
          <p:cNvPr id="8" name="图片 7" descr="图片包含 书籍, 书架, 图书馆, 室内&#10;&#10;描述已自动生成">
            <a:extLst>
              <a:ext uri="{FF2B5EF4-FFF2-40B4-BE49-F238E27FC236}">
                <a16:creationId xmlns:a16="http://schemas.microsoft.com/office/drawing/2014/main" id="{9342FB2E-A57A-4C05-816D-6907CD658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540" y="1546068"/>
            <a:ext cx="2183760" cy="185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0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78D0725A-EF73-40E6-8C08-DBB38F06A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9955">
            <a:off x="2060307" y="1005287"/>
            <a:ext cx="7413172" cy="531442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F0AA159-0060-4265-973D-46F1A64F2125}"/>
              </a:ext>
            </a:extLst>
          </p:cNvPr>
          <p:cNvSpPr/>
          <p:nvPr/>
        </p:nvSpPr>
        <p:spPr>
          <a:xfrm>
            <a:off x="7996659" y="606182"/>
            <a:ext cx="2717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2015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年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8659F-F113-40CF-9160-FC9BCBC6431A}"/>
              </a:ext>
            </a:extLst>
          </p:cNvPr>
          <p:cNvSpPr/>
          <p:nvPr/>
        </p:nvSpPr>
        <p:spPr>
          <a:xfrm>
            <a:off x="7983959" y="1000199"/>
            <a:ext cx="3536039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确立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定制、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培训、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为三大主营业务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051B12-CDE7-4889-8B3B-40F80B0C2F1E}"/>
              </a:ext>
            </a:extLst>
          </p:cNvPr>
          <p:cNvSpPr/>
          <p:nvPr/>
        </p:nvSpPr>
        <p:spPr>
          <a:xfrm>
            <a:off x="1087187" y="1239280"/>
            <a:ext cx="27453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2015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年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FB4B41-AE18-4B7D-A1A0-67F62E987A28}"/>
              </a:ext>
            </a:extLst>
          </p:cNvPr>
          <p:cNvSpPr/>
          <p:nvPr/>
        </p:nvSpPr>
        <p:spPr>
          <a:xfrm>
            <a:off x="198335" y="1664893"/>
            <a:ext cx="3595934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向天歌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教育科技有限公司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成立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0813A0-E241-4CB3-93E7-6CB31FBA3117}"/>
              </a:ext>
            </a:extLst>
          </p:cNvPr>
          <p:cNvSpPr/>
          <p:nvPr/>
        </p:nvSpPr>
        <p:spPr>
          <a:xfrm>
            <a:off x="3337050" y="5471369"/>
            <a:ext cx="31250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2016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年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74AF43-6A91-41B0-BB07-BD28E74FF72C}"/>
              </a:ext>
            </a:extLst>
          </p:cNvPr>
          <p:cNvSpPr/>
          <p:nvPr/>
        </p:nvSpPr>
        <p:spPr>
          <a:xfrm>
            <a:off x="3314895" y="5898395"/>
            <a:ext cx="4653606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视频课程销售额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突破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200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6A6867-9212-4723-A564-43C3AA88A3DC}"/>
              </a:ext>
            </a:extLst>
          </p:cNvPr>
          <p:cNvSpPr/>
          <p:nvPr/>
        </p:nvSpPr>
        <p:spPr>
          <a:xfrm>
            <a:off x="6068267" y="4618524"/>
            <a:ext cx="24789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2016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年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30C040-F6E0-4E4B-A9F6-D56263C1A43E}"/>
              </a:ext>
            </a:extLst>
          </p:cNvPr>
          <p:cNvSpPr/>
          <p:nvPr/>
        </p:nvSpPr>
        <p:spPr>
          <a:xfrm>
            <a:off x="6061354" y="5041446"/>
            <a:ext cx="6014005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第一套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视频课程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《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高逼格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PPT》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在十点课堂上线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D9F61A-C89B-497D-9A11-ED1F97DCFA81}"/>
              </a:ext>
            </a:extLst>
          </p:cNvPr>
          <p:cNvSpPr/>
          <p:nvPr/>
        </p:nvSpPr>
        <p:spPr>
          <a:xfrm>
            <a:off x="8901858" y="3865057"/>
            <a:ext cx="235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2016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年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600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C7A140-4F03-4606-B153-F91817DB901F}"/>
              </a:ext>
            </a:extLst>
          </p:cNvPr>
          <p:cNvSpPr/>
          <p:nvPr/>
        </p:nvSpPr>
        <p:spPr>
          <a:xfrm>
            <a:off x="8900870" y="4249507"/>
            <a:ext cx="2945140" cy="362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公司开始进入在线教育领域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9654113-8975-4F13-9892-E59FF1AE1BFE}"/>
              </a:ext>
            </a:extLst>
          </p:cNvPr>
          <p:cNvSpPr/>
          <p:nvPr/>
        </p:nvSpPr>
        <p:spPr>
          <a:xfrm rot="20768821">
            <a:off x="8476058" y="3422167"/>
            <a:ext cx="120650" cy="376095"/>
          </a:xfrm>
          <a:custGeom>
            <a:avLst/>
            <a:gdLst>
              <a:gd name="connsiteX0" fmla="*/ 0 w 101600"/>
              <a:gd name="connsiteY0" fmla="*/ 0 h 376095"/>
              <a:gd name="connsiteX1" fmla="*/ 101600 w 101600"/>
              <a:gd name="connsiteY1" fmla="*/ 0 h 376095"/>
              <a:gd name="connsiteX2" fmla="*/ 101600 w 101600"/>
              <a:gd name="connsiteY2" fmla="*/ 376095 h 376095"/>
              <a:gd name="connsiteX3" fmla="*/ 0 w 101600"/>
              <a:gd name="connsiteY3" fmla="*/ 376095 h 376095"/>
              <a:gd name="connsiteX4" fmla="*/ 0 w 101600"/>
              <a:gd name="connsiteY4" fmla="*/ 0 h 376095"/>
              <a:gd name="connsiteX0" fmla="*/ 28575 w 101600"/>
              <a:gd name="connsiteY0" fmla="*/ 4763 h 376095"/>
              <a:gd name="connsiteX1" fmla="*/ 101600 w 101600"/>
              <a:gd name="connsiteY1" fmla="*/ 0 h 376095"/>
              <a:gd name="connsiteX2" fmla="*/ 101600 w 101600"/>
              <a:gd name="connsiteY2" fmla="*/ 376095 h 376095"/>
              <a:gd name="connsiteX3" fmla="*/ 0 w 101600"/>
              <a:gd name="connsiteY3" fmla="*/ 376095 h 376095"/>
              <a:gd name="connsiteX4" fmla="*/ 28575 w 101600"/>
              <a:gd name="connsiteY4" fmla="*/ 4763 h 376095"/>
              <a:gd name="connsiteX0" fmla="*/ 28575 w 101600"/>
              <a:gd name="connsiteY0" fmla="*/ 4763 h 376095"/>
              <a:gd name="connsiteX1" fmla="*/ 101600 w 101600"/>
              <a:gd name="connsiteY1" fmla="*/ 0 h 376095"/>
              <a:gd name="connsiteX2" fmla="*/ 101600 w 101600"/>
              <a:gd name="connsiteY2" fmla="*/ 376095 h 376095"/>
              <a:gd name="connsiteX3" fmla="*/ 0 w 101600"/>
              <a:gd name="connsiteY3" fmla="*/ 376095 h 376095"/>
              <a:gd name="connsiteX4" fmla="*/ 22225 w 101600"/>
              <a:gd name="connsiteY4" fmla="*/ 199434 h 376095"/>
              <a:gd name="connsiteX5" fmla="*/ 28575 w 101600"/>
              <a:gd name="connsiteY5" fmla="*/ 4763 h 376095"/>
              <a:gd name="connsiteX0" fmla="*/ 28575 w 101600"/>
              <a:gd name="connsiteY0" fmla="*/ 4763 h 376095"/>
              <a:gd name="connsiteX1" fmla="*/ 101600 w 101600"/>
              <a:gd name="connsiteY1" fmla="*/ 0 h 376095"/>
              <a:gd name="connsiteX2" fmla="*/ 101600 w 101600"/>
              <a:gd name="connsiteY2" fmla="*/ 376095 h 376095"/>
              <a:gd name="connsiteX3" fmla="*/ 0 w 101600"/>
              <a:gd name="connsiteY3" fmla="*/ 376095 h 376095"/>
              <a:gd name="connsiteX4" fmla="*/ 36513 w 101600"/>
              <a:gd name="connsiteY4" fmla="*/ 199434 h 376095"/>
              <a:gd name="connsiteX5" fmla="*/ 28575 w 101600"/>
              <a:gd name="connsiteY5" fmla="*/ 4763 h 376095"/>
              <a:gd name="connsiteX0" fmla="*/ 28575 w 120650"/>
              <a:gd name="connsiteY0" fmla="*/ 4763 h 376095"/>
              <a:gd name="connsiteX1" fmla="*/ 101600 w 120650"/>
              <a:gd name="connsiteY1" fmla="*/ 0 h 376095"/>
              <a:gd name="connsiteX2" fmla="*/ 120650 w 120650"/>
              <a:gd name="connsiteY2" fmla="*/ 376095 h 376095"/>
              <a:gd name="connsiteX3" fmla="*/ 0 w 120650"/>
              <a:gd name="connsiteY3" fmla="*/ 376095 h 376095"/>
              <a:gd name="connsiteX4" fmla="*/ 36513 w 120650"/>
              <a:gd name="connsiteY4" fmla="*/ 199434 h 376095"/>
              <a:gd name="connsiteX5" fmla="*/ 28575 w 120650"/>
              <a:gd name="connsiteY5" fmla="*/ 4763 h 376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" h="376095">
                <a:moveTo>
                  <a:pt x="28575" y="4763"/>
                </a:moveTo>
                <a:lnTo>
                  <a:pt x="101600" y="0"/>
                </a:lnTo>
                <a:lnTo>
                  <a:pt x="120650" y="376095"/>
                </a:lnTo>
                <a:lnTo>
                  <a:pt x="0" y="376095"/>
                </a:lnTo>
                <a:lnTo>
                  <a:pt x="36513" y="199434"/>
                </a:lnTo>
                <a:lnTo>
                  <a:pt x="28575" y="47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9" name="矩形 57">
            <a:extLst>
              <a:ext uri="{FF2B5EF4-FFF2-40B4-BE49-F238E27FC236}">
                <a16:creationId xmlns:a16="http://schemas.microsoft.com/office/drawing/2014/main" id="{93397DA9-1702-49B4-8A24-DF4970C16EC3}"/>
              </a:ext>
            </a:extLst>
          </p:cNvPr>
          <p:cNvSpPr/>
          <p:nvPr/>
        </p:nvSpPr>
        <p:spPr>
          <a:xfrm rot="9372354">
            <a:off x="5535758" y="4116138"/>
            <a:ext cx="120650" cy="371332"/>
          </a:xfrm>
          <a:custGeom>
            <a:avLst/>
            <a:gdLst>
              <a:gd name="connsiteX0" fmla="*/ 0 w 101600"/>
              <a:gd name="connsiteY0" fmla="*/ 0 h 376095"/>
              <a:gd name="connsiteX1" fmla="*/ 101600 w 101600"/>
              <a:gd name="connsiteY1" fmla="*/ 0 h 376095"/>
              <a:gd name="connsiteX2" fmla="*/ 101600 w 101600"/>
              <a:gd name="connsiteY2" fmla="*/ 376095 h 376095"/>
              <a:gd name="connsiteX3" fmla="*/ 0 w 101600"/>
              <a:gd name="connsiteY3" fmla="*/ 376095 h 376095"/>
              <a:gd name="connsiteX4" fmla="*/ 0 w 101600"/>
              <a:gd name="connsiteY4" fmla="*/ 0 h 376095"/>
              <a:gd name="connsiteX0" fmla="*/ 28575 w 101600"/>
              <a:gd name="connsiteY0" fmla="*/ 4763 h 376095"/>
              <a:gd name="connsiteX1" fmla="*/ 101600 w 101600"/>
              <a:gd name="connsiteY1" fmla="*/ 0 h 376095"/>
              <a:gd name="connsiteX2" fmla="*/ 101600 w 101600"/>
              <a:gd name="connsiteY2" fmla="*/ 376095 h 376095"/>
              <a:gd name="connsiteX3" fmla="*/ 0 w 101600"/>
              <a:gd name="connsiteY3" fmla="*/ 376095 h 376095"/>
              <a:gd name="connsiteX4" fmla="*/ 28575 w 101600"/>
              <a:gd name="connsiteY4" fmla="*/ 4763 h 376095"/>
              <a:gd name="connsiteX0" fmla="*/ 28575 w 101600"/>
              <a:gd name="connsiteY0" fmla="*/ 4763 h 376095"/>
              <a:gd name="connsiteX1" fmla="*/ 101600 w 101600"/>
              <a:gd name="connsiteY1" fmla="*/ 0 h 376095"/>
              <a:gd name="connsiteX2" fmla="*/ 101600 w 101600"/>
              <a:gd name="connsiteY2" fmla="*/ 376095 h 376095"/>
              <a:gd name="connsiteX3" fmla="*/ 0 w 101600"/>
              <a:gd name="connsiteY3" fmla="*/ 376095 h 376095"/>
              <a:gd name="connsiteX4" fmla="*/ 22225 w 101600"/>
              <a:gd name="connsiteY4" fmla="*/ 199434 h 376095"/>
              <a:gd name="connsiteX5" fmla="*/ 28575 w 101600"/>
              <a:gd name="connsiteY5" fmla="*/ 4763 h 376095"/>
              <a:gd name="connsiteX0" fmla="*/ 28575 w 101600"/>
              <a:gd name="connsiteY0" fmla="*/ 4763 h 376095"/>
              <a:gd name="connsiteX1" fmla="*/ 101600 w 101600"/>
              <a:gd name="connsiteY1" fmla="*/ 0 h 376095"/>
              <a:gd name="connsiteX2" fmla="*/ 101600 w 101600"/>
              <a:gd name="connsiteY2" fmla="*/ 376095 h 376095"/>
              <a:gd name="connsiteX3" fmla="*/ 0 w 101600"/>
              <a:gd name="connsiteY3" fmla="*/ 376095 h 376095"/>
              <a:gd name="connsiteX4" fmla="*/ 36513 w 101600"/>
              <a:gd name="connsiteY4" fmla="*/ 199434 h 376095"/>
              <a:gd name="connsiteX5" fmla="*/ 28575 w 101600"/>
              <a:gd name="connsiteY5" fmla="*/ 4763 h 376095"/>
              <a:gd name="connsiteX0" fmla="*/ 28575 w 120650"/>
              <a:gd name="connsiteY0" fmla="*/ 4763 h 376095"/>
              <a:gd name="connsiteX1" fmla="*/ 101600 w 120650"/>
              <a:gd name="connsiteY1" fmla="*/ 0 h 376095"/>
              <a:gd name="connsiteX2" fmla="*/ 120650 w 120650"/>
              <a:gd name="connsiteY2" fmla="*/ 376095 h 376095"/>
              <a:gd name="connsiteX3" fmla="*/ 0 w 120650"/>
              <a:gd name="connsiteY3" fmla="*/ 376095 h 376095"/>
              <a:gd name="connsiteX4" fmla="*/ 36513 w 120650"/>
              <a:gd name="connsiteY4" fmla="*/ 199434 h 376095"/>
              <a:gd name="connsiteX5" fmla="*/ 28575 w 120650"/>
              <a:gd name="connsiteY5" fmla="*/ 4763 h 376095"/>
              <a:gd name="connsiteX0" fmla="*/ 28575 w 120650"/>
              <a:gd name="connsiteY0" fmla="*/ 4763 h 376095"/>
              <a:gd name="connsiteX1" fmla="*/ 101600 w 120650"/>
              <a:gd name="connsiteY1" fmla="*/ 0 h 376095"/>
              <a:gd name="connsiteX2" fmla="*/ 120650 w 120650"/>
              <a:gd name="connsiteY2" fmla="*/ 376095 h 376095"/>
              <a:gd name="connsiteX3" fmla="*/ 0 w 120650"/>
              <a:gd name="connsiteY3" fmla="*/ 376095 h 376095"/>
              <a:gd name="connsiteX4" fmla="*/ 20706 w 120650"/>
              <a:gd name="connsiteY4" fmla="*/ 195934 h 376095"/>
              <a:gd name="connsiteX5" fmla="*/ 28575 w 120650"/>
              <a:gd name="connsiteY5" fmla="*/ 4763 h 376095"/>
              <a:gd name="connsiteX0" fmla="*/ 28575 w 120650"/>
              <a:gd name="connsiteY0" fmla="*/ 0 h 371332"/>
              <a:gd name="connsiteX1" fmla="*/ 114844 w 120650"/>
              <a:gd name="connsiteY1" fmla="*/ 4547 h 371332"/>
              <a:gd name="connsiteX2" fmla="*/ 120650 w 120650"/>
              <a:gd name="connsiteY2" fmla="*/ 371332 h 371332"/>
              <a:gd name="connsiteX3" fmla="*/ 0 w 120650"/>
              <a:gd name="connsiteY3" fmla="*/ 371332 h 371332"/>
              <a:gd name="connsiteX4" fmla="*/ 20706 w 120650"/>
              <a:gd name="connsiteY4" fmla="*/ 191171 h 371332"/>
              <a:gd name="connsiteX5" fmla="*/ 28575 w 120650"/>
              <a:gd name="connsiteY5" fmla="*/ 0 h 37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" h="371332">
                <a:moveTo>
                  <a:pt x="28575" y="0"/>
                </a:moveTo>
                <a:lnTo>
                  <a:pt x="114844" y="4547"/>
                </a:lnTo>
                <a:cubicBezTo>
                  <a:pt x="116779" y="126809"/>
                  <a:pt x="118715" y="249070"/>
                  <a:pt x="120650" y="371332"/>
                </a:cubicBezTo>
                <a:lnTo>
                  <a:pt x="0" y="371332"/>
                </a:lnTo>
                <a:lnTo>
                  <a:pt x="20706" y="191171"/>
                </a:lnTo>
                <a:lnTo>
                  <a:pt x="2857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7578540" y="656079"/>
            <a:ext cx="388865" cy="388864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F0AA159-0060-4265-973D-46F1A64F2125}"/>
              </a:ext>
            </a:extLst>
          </p:cNvPr>
          <p:cNvSpPr/>
          <p:nvPr/>
        </p:nvSpPr>
        <p:spPr>
          <a:xfrm>
            <a:off x="7635108" y="648768"/>
            <a:ext cx="2742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8508918" y="3924580"/>
            <a:ext cx="388865" cy="388864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F0AA159-0060-4265-973D-46F1A64F2125}"/>
              </a:ext>
            </a:extLst>
          </p:cNvPr>
          <p:cNvSpPr/>
          <p:nvPr/>
        </p:nvSpPr>
        <p:spPr>
          <a:xfrm>
            <a:off x="8554150" y="3928608"/>
            <a:ext cx="2742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663853" y="4630371"/>
            <a:ext cx="388865" cy="388864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F0AA159-0060-4265-973D-46F1A64F2125}"/>
              </a:ext>
            </a:extLst>
          </p:cNvPr>
          <p:cNvSpPr/>
          <p:nvPr/>
        </p:nvSpPr>
        <p:spPr>
          <a:xfrm>
            <a:off x="5701374" y="4618524"/>
            <a:ext cx="2742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960366" y="5507051"/>
            <a:ext cx="388865" cy="388864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0AA159-0060-4265-973D-46F1A64F2125}"/>
              </a:ext>
            </a:extLst>
          </p:cNvPr>
          <p:cNvSpPr/>
          <p:nvPr/>
        </p:nvSpPr>
        <p:spPr>
          <a:xfrm>
            <a:off x="3016937" y="5504729"/>
            <a:ext cx="2742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3887232" y="1294303"/>
            <a:ext cx="388865" cy="388864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F0AA159-0060-4265-973D-46F1A64F2125}"/>
              </a:ext>
            </a:extLst>
          </p:cNvPr>
          <p:cNvSpPr/>
          <p:nvPr/>
        </p:nvSpPr>
        <p:spPr>
          <a:xfrm>
            <a:off x="3943803" y="1291981"/>
            <a:ext cx="2742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A116463-F02A-461F-98E6-F3B58B8D8CC7}"/>
              </a:ext>
            </a:extLst>
          </p:cNvPr>
          <p:cNvSpPr txBox="1"/>
          <p:nvPr/>
        </p:nvSpPr>
        <p:spPr>
          <a:xfrm rot="20650257">
            <a:off x="3941972" y="2511447"/>
            <a:ext cx="22989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latin typeface="Bodoni MT Black" panose="02070A03080606020203" pitchFamily="18" charset="0"/>
              </a:rPr>
              <a:t>Agenda</a:t>
            </a:r>
            <a:endParaRPr lang="zh-CN" altLang="en-US" sz="4400" dirty="0">
              <a:latin typeface="Bodoni MT Black" panose="02070A03080606020203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E1EED53-2F16-430B-822A-01042C5CC167}"/>
              </a:ext>
            </a:extLst>
          </p:cNvPr>
          <p:cNvSpPr txBox="1"/>
          <p:nvPr/>
        </p:nvSpPr>
        <p:spPr>
          <a:xfrm rot="20650257">
            <a:off x="5053753" y="2728121"/>
            <a:ext cx="2871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30763804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F1AC0-2FDB-4F94-AE9E-94141D05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8390"/>
            <a:ext cx="10585508" cy="654084"/>
          </a:xfrm>
        </p:spPr>
        <p:txBody>
          <a:bodyPr tIns="72000" bIns="72000"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1: Computer introduction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2B0D46-0953-49C4-86AD-73A900AFDD03}"/>
              </a:ext>
            </a:extLst>
          </p:cNvPr>
          <p:cNvSpPr txBox="1"/>
          <p:nvPr/>
        </p:nvSpPr>
        <p:spPr>
          <a:xfrm>
            <a:off x="315685" y="755780"/>
            <a:ext cx="11560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1.2  Computer Hardware Architecture</a:t>
            </a:r>
            <a:r>
              <a:rPr lang="zh-CN" altLang="en-US" dirty="0"/>
              <a:t>计算机硬件架构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45614D-2444-483C-8F9E-6DD0B4B5EE79}"/>
              </a:ext>
            </a:extLst>
          </p:cNvPr>
          <p:cNvSpPr txBox="1"/>
          <p:nvPr/>
        </p:nvSpPr>
        <p:spPr>
          <a:xfrm>
            <a:off x="315685" y="1125112"/>
            <a:ext cx="11560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计算机就是：</a:t>
            </a:r>
          </a:p>
        </p:txBody>
      </p:sp>
    </p:spTree>
    <p:extLst>
      <p:ext uri="{BB962C8B-B14F-4D97-AF65-F5344CB8AC3E}">
        <p14:creationId xmlns:p14="http://schemas.microsoft.com/office/powerpoint/2010/main" val="78233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022FA-3528-4995-91A1-F995A507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C57B55-7DD8-41F3-84E7-DC3A16034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95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6277D-306C-4239-958A-60B328277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3405"/>
            <a:ext cx="12192000" cy="1825096"/>
          </a:xfrm>
        </p:spPr>
        <p:txBody>
          <a:bodyPr/>
          <a:lstStyle/>
          <a:p>
            <a:pPr algn="ctr"/>
            <a:r>
              <a:rPr lang="en-US" altLang="zh-CN" dirty="0">
                <a:latin typeface="Britannic Bold" panose="020B0903060703020204" pitchFamily="34" charset="0"/>
              </a:rPr>
              <a:t>Thank you!</a:t>
            </a:r>
            <a:endParaRPr lang="zh-CN" altLang="en-US" dirty="0">
              <a:latin typeface="Britannic Bold" panose="020B0903060703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E9B7DA-0F99-429D-8E92-00F486F0D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32201"/>
            <a:ext cx="12192000" cy="35197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altLang="zh-CN" dirty="0">
                <a:latin typeface="Broadway" panose="04040905080B02020502" pitchFamily="82" charset="0"/>
              </a:rPr>
              <a:t>Axe Tang</a:t>
            </a:r>
            <a:endParaRPr lang="zh-CN" altLang="en-US" dirty="0">
              <a:latin typeface="Broadway" panose="04040905080B02020502" pitchFamily="82" charset="0"/>
            </a:endParaRPr>
          </a:p>
        </p:txBody>
      </p:sp>
      <p:pic>
        <p:nvPicPr>
          <p:cNvPr id="5" name="图片 4" descr="图片包含 纵横字谜, 文字&#10;&#10;描述已自动生成">
            <a:extLst>
              <a:ext uri="{FF2B5EF4-FFF2-40B4-BE49-F238E27FC236}">
                <a16:creationId xmlns:a16="http://schemas.microsoft.com/office/drawing/2014/main" id="{39BE835D-15DF-4D7D-8BD7-AEB1BD7E9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257" y="4086807"/>
            <a:ext cx="1091487" cy="109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7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水汽尾迹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TM04033937[[fn=水汽尾迹]]</Template>
  <TotalTime>74</TotalTime>
  <Words>112</Words>
  <Application>Microsoft Office PowerPoint</Application>
  <PresentationFormat>宽屏</PresentationFormat>
  <Paragraphs>29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等线</vt:lpstr>
      <vt:lpstr>华文行楷</vt:lpstr>
      <vt:lpstr>微软雅黑</vt:lpstr>
      <vt:lpstr>Arial</vt:lpstr>
      <vt:lpstr>Bodoni MT Black</vt:lpstr>
      <vt:lpstr>Britannic Bold</vt:lpstr>
      <vt:lpstr>Broadway</vt:lpstr>
      <vt:lpstr>Century Gothic</vt:lpstr>
      <vt:lpstr>水汽尾迹</vt:lpstr>
      <vt:lpstr>Linux Course FOR lUCAS</vt:lpstr>
      <vt:lpstr>PowerPoint 演示文稿</vt:lpstr>
      <vt:lpstr>Chapter 1: Computer introduction</vt:lpstr>
      <vt:lpstr>PowerPoint 演示文稿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Course FOR lUCAS</dc:title>
  <dc:creator>Tang Axe</dc:creator>
  <cp:lastModifiedBy>Tang Axe</cp:lastModifiedBy>
  <cp:revision>14</cp:revision>
  <dcterms:created xsi:type="dcterms:W3CDTF">2019-04-14T23:00:48Z</dcterms:created>
  <dcterms:modified xsi:type="dcterms:W3CDTF">2019-04-15T18:52:56Z</dcterms:modified>
</cp:coreProperties>
</file>